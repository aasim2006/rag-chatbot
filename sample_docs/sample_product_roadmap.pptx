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approved for the mobile app: INR 12 lakh.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Launch the mobile app on Android and iOS</a:t>
            </a:r>
          </a:p>
          <a:p>
            <a:r>
              <a:t>Q2: Add dark mode and offline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and Hiring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Hire 3 backend engineers by March</a:t>
            </a:r>
          </a:p>
          <a:p>
            <a:r>
              <a:t>Hire 1 UX designer by April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